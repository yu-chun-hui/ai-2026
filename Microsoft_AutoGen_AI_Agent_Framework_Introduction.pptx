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1783080"/>
            <a:ext cx="804672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4000" b="1">
                <a:solidFill>
                  <a:srgbClr val="F5F8FF"/>
                </a:solidFill>
                <a:latin typeface="Microsoft YaHei"/>
              </a:defRPr>
            </a:pPr>
            <a:r>
              <a:t>Microsoft AutoGen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2542032"/>
            <a:ext cx="77724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50E6FF"/>
                </a:solidFill>
                <a:latin typeface="Microsoft YaHei"/>
              </a:defRPr>
            </a:pPr>
            <a:r>
              <a:t>AI代理框架介绍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182112"/>
            <a:ext cx="86868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50" b="0">
                <a:solidFill>
                  <a:srgbClr val="AFCDEB"/>
                </a:solidFill>
                <a:latin typeface="Microsoft YaHei"/>
              </a:defRPr>
            </a:pPr>
            <a:r>
              <a:t>用于构建单代理、多代理协作、工具调用、人机协同与Agentic Workflow的开源编程框架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16276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458200" y="1627632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13648" y="17373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AgentChat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23134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58200" y="2313432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13648" y="24231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Core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29992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458200" y="2999232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13648" y="31089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Extensions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58200" y="36850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58200" y="3685032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13648" y="37947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Studio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806440"/>
            <a:ext cx="9875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FB040"/>
                </a:solidFill>
                <a:latin typeface="Microsoft YaHei"/>
              </a:defRPr>
            </a:pPr>
            <a:r>
              <a:t>注：AutoGen 当前处于维护模式，新项目可评估 Microsoft Agent Framework；本PPT仍聚焦AutoGen架构与使用方式。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从概念、架构、开发模型到工程化落地的完整介绍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60020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600200"/>
            <a:ext cx="64008" cy="9601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70992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01  AutoGen是什么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13055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AI Agent与多代理应用开发框架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160020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1600200"/>
            <a:ext cx="64008" cy="9601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64808" y="170992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02  核心架构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213055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AgentChat / Core / Extensions / Studio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292608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22960" y="2926080"/>
            <a:ext cx="64008" cy="9601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8408" y="303580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03  开发模型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" y="345643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代理、消息、工具、模型客户端、团队协作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292608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2926080"/>
            <a:ext cx="64008" cy="9601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64808" y="303580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04  工程能力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345643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流式、代码执行、人机循环、可观测性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425196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2960" y="4251960"/>
            <a:ext cx="64008" cy="9601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8408" y="436168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05  实践建议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" y="478231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适用场景、最佳实践、迁移方向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1. AutoGen是什么？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面向Agentic AI应用的编程框架：让多个智能体协作完成复杂任务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45920"/>
            <a:ext cx="347472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45920"/>
            <a:ext cx="64008" cy="3977639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5564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框架定位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76272"/>
            <a:ext cx="318211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开源AI Agent编程框架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支持单代理与多代理应用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支持自主执行或与人协同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面向研究、原型和复杂工作流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645920"/>
            <a:ext cx="347472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645920"/>
            <a:ext cx="64008" cy="3977639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0288" y="175564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解决的问题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1" y="2176272"/>
            <a:ext cx="318211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复杂LLM流程难编排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工具调用与多轮协作难管理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不同角色代理需要明确职责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长流程需要可观察、可调试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45920"/>
            <a:ext cx="315468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45920"/>
            <a:ext cx="64008" cy="3977639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55648"/>
            <a:ext cx="2880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典型能力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76272"/>
            <a:ext cx="286207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代理对话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工具调用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多代理团队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人机循环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流式输出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分布式/扩展组件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2. 版本演进与当前状态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理解AutoGen需要区分旧版0.2、多代理重构后的0.4+，以及Microsoft Agent Framework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2519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AutoGen 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早期广泛使用版本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AssistantAgent / UserProxyAgent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GroupChat模式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强调多代理对话与代码执行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大量社区示例基于该版本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64008" cy="42519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AutoGen 0.4+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重新设计的架构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异步、事件驱动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Core / AgentChat / Extensions分层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更强可观测性和扩展性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支持更复杂Agentic Workflow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25196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当前建议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AutoGen仓库显示维护模式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新用户建议评估Microsoft Agent Framework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现有项目可逐步迁移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AutoGen仍适合学习多代理核心思想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3. AutoGen总体架构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从低层事件运行时到高层对话式Agent应用的分层设计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600200"/>
            <a:ext cx="1060704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600200"/>
            <a:ext cx="64008" cy="77724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70992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Studio · 无代码/低代码原型界面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130552"/>
            <a:ext cx="1031443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Web UI，用于快速配置、运行、观察代理应用，适合原型验证和演示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2395728"/>
            <a:ext cx="0" cy="219456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" y="2697480"/>
            <a:ext cx="1060704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" y="2697480"/>
            <a:ext cx="64008" cy="7772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" y="280720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AgentChat · 对话式单代理/多代理编程框架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3227832"/>
            <a:ext cx="1031443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AssistantAgent、Team、GroupChat、工具调用、模型客户端、运行结果与流式事件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80760" y="3493008"/>
            <a:ext cx="0" cy="219455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22960" y="3794760"/>
            <a:ext cx="1060704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2960" y="3794760"/>
            <a:ext cx="64008" cy="7772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8408" y="390448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Core · 事件驱动多代理系统基础层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" y="4325112"/>
            <a:ext cx="1031443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异步消息、Agent Runtime、Topic、消息路由、分布式代理、多语言互操作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80760" y="4590288"/>
            <a:ext cx="0" cy="219456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22960" y="4892040"/>
            <a:ext cx="1060704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22960" y="4892040"/>
            <a:ext cx="64008" cy="7772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8408" y="500176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Extensions · 外部服务与工具集成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5422392"/>
            <a:ext cx="1031443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OpenAI/Azure模型客户端、MCP、Docker代码执行、gRPC运行时、社区扩展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Concepts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4. 核心概念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AutoGen通过代理、消息、工具、模型客户端和团队协作来构建智能工作流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具备角色与指令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可调用模型和工具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可与其他代理通信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Message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代理间的通信载体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支持文本、多模态、工具调用事件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可用于事件驱动编排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Model Client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封装LLM服务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OpenAI兼容接口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Azure/OpenAI/其他扩展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Tool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函数、API、代码执行器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扩展代理行动能力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可被模型按需调用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Team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多个代理协作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RoundRobin/Selector等模式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适合复杂任务分解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Runtime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执行与消息路由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可扩展到分布式场景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支撑长期运行代理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Quick Start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5. AgentChat快速上手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最常见入口：使用AssistantAgent和模型客户端构建一个可运行代理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600200"/>
            <a:ext cx="548640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600200"/>
            <a:ext cx="64008" cy="4526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" y="1709928"/>
            <a:ext cx="52120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Python示例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057400"/>
            <a:ext cx="5074920" cy="3520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80" b="0">
                <a:solidFill>
                  <a:srgbClr val="D7EEFF"/>
                </a:solidFill>
                <a:latin typeface="Microsoft YaHei"/>
              </a:defRPr>
            </a:pPr>
            <a:r>
              <a:t>import asyncio</a:t>
            </a:r>
            <a:br/>
            <a:r>
              <a:t>from autogen_agentchat.agents import AssistantAgent</a:t>
            </a:r>
            <a:br/>
            <a:r>
              <a:t>from autogen_ext.models.openai import OpenAIChatCompletionClient</a:t>
            </a:r>
            <a:br/>
            <a:br/>
            <a:r>
              <a:t>async def main():</a:t>
            </a:r>
            <a:br/>
            <a:r>
              <a:t>    client = OpenAIChatCompletionClient(model="gpt-4o")</a:t>
            </a:r>
            <a:br/>
            <a:r>
              <a:t>    agent = AssistantAgent("assistant", model_client=client)</a:t>
            </a:r>
            <a:br/>
            <a:r>
              <a:t>    result = await agent.run(task="Explain AutoGen in one paragraph")</a:t>
            </a:r>
            <a:br/>
            <a:r>
              <a:t>    print(result)</a:t>
            </a:r>
            <a:br/>
            <a:br/>
            <a:r>
              <a:t>asyncio.run(main())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1600200"/>
            <a:ext cx="480060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37960" y="1600200"/>
            <a:ext cx="64008" cy="4526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93408" y="1709928"/>
            <a:ext cx="4526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代码说明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2552" y="2130552"/>
            <a:ext cx="4507992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AssistantAgent：定义一个具备LLM能力的代理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Model Client：连接具体模型服务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run(task=...)：发起任务并等待代理输出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AgentChat适合快速构建对话式Agent原型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复杂场景可进一步引入工具与Team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Multi-Agent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6. 多代理协作模式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将复杂任务拆给不同角色代理，由团队协作完成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057400"/>
            <a:ext cx="132588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F5F8FF"/>
                </a:solidFill>
                <a:latin typeface="Microsoft YaHei"/>
              </a:defRPr>
            </a:pPr>
            <a:r>
              <a:t>User Task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3160" y="2057400"/>
            <a:ext cx="132588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F5F8FF"/>
                </a:solidFill>
                <a:latin typeface="Microsoft YaHei"/>
              </a:defRPr>
            </a:pPr>
            <a:r>
              <a:t>Planner</a:t>
            </a:r>
            <a:br/>
            <a:r>
              <a:t>规划代理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121408" y="2432304"/>
            <a:ext cx="265176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206240" y="2057400"/>
            <a:ext cx="132588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F5F8FF"/>
                </a:solidFill>
                <a:latin typeface="Microsoft YaHei"/>
              </a:defRPr>
            </a:pPr>
            <a:r>
              <a:t>Researcher</a:t>
            </a:r>
            <a:br/>
            <a:r>
              <a:t>检索/分析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04487" y="2432304"/>
            <a:ext cx="265176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989320" y="2057400"/>
            <a:ext cx="132588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F5F8FF"/>
                </a:solidFill>
                <a:latin typeface="Microsoft YaHei"/>
              </a:defRPr>
            </a:pPr>
            <a:r>
              <a:t>Coder</a:t>
            </a:r>
            <a:br/>
            <a:r>
              <a:t>代码/工具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87568" y="2432304"/>
            <a:ext cx="265176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772400" y="2057400"/>
            <a:ext cx="132588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F5F8FF"/>
                </a:solidFill>
                <a:latin typeface="Microsoft YaHei"/>
              </a:defRPr>
            </a:pPr>
            <a:r>
              <a:t>Reviewer</a:t>
            </a:r>
            <a:br/>
            <a:r>
              <a:t>审查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470648" y="2432304"/>
            <a:ext cx="265176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555480" y="2057400"/>
            <a:ext cx="132588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F5F8FF"/>
                </a:solidFill>
                <a:latin typeface="Microsoft YaHei"/>
              </a:defRPr>
            </a:pPr>
            <a:r>
              <a:t>Final Answer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53728" y="2432304"/>
            <a:ext cx="265176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77240" y="3657600"/>
            <a:ext cx="3337560" cy="157276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77240" y="3657600"/>
            <a:ext cx="64008" cy="157276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为什么需要多代理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" y="4187952"/>
            <a:ext cx="3044952" cy="97840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单个LLM难以同时承担规划、执行、验证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角色分工让提示词更稳定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适合长任务与复杂推理链路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3657600"/>
            <a:ext cx="3337560" cy="157276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434840" y="3657600"/>
            <a:ext cx="64008" cy="157276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902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常见模式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9431" y="4187952"/>
            <a:ext cx="3044952" cy="97840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Round-robin轮询发言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Selector选择下一发言者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GroupChat群组讨论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Graph/Workflow式编排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2440" y="3657600"/>
            <a:ext cx="3337560" cy="157276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92440" y="3657600"/>
            <a:ext cx="64008" cy="157276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478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工程关注点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57031" y="4187952"/>
            <a:ext cx="3044952" cy="97840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终止条件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消息上下文控制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工具权限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成本与延迟控制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7. 工具调用与代码执行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工具让Agent从“会说”变成“会做”：查询、计算、执行代码、访问外部系统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2976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2976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工具类型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136392" cy="3703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Python函数工具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外部REST API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数据库查询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文件处理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MCP服务器工具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代码执行器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2976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64008" cy="42976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代码执行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30552"/>
            <a:ext cx="3136392" cy="3703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可运行模型生成的代码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支持Docker隔离执行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适合数据分析、图表生成、自动化任务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需要严格控制权限和资源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2976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2976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安全建议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703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工具最小权限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敏感操作需人工确认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沙箱执行代码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记录工具调用日志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限制网络/文件访问范围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8. 流式输出与可观测性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Agent应用不仅要能跑，还要能观察、调试和解释执行过程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2519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流式输出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实时返回模型token/chunk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提升用户等待体验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适合长报告、代码生成、复杂分析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前端可增量渲染Markdown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64008" cy="42519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可观测性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跟踪代理之间的消息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记录工具调用与耗时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追踪模型请求与响应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支持OpenTelemetry理念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便于发现死循环和成本异常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2519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调试重点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每轮发言内容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选择下一代理逻辑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工具输入输出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Token消耗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终止条件是否生效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Human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9. 人机协同 Human-in-the-loop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在高风险或不确定任务中，引入人工确认可以显著提升可靠性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45920"/>
            <a:ext cx="64008" cy="41605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5564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76272"/>
            <a:ext cx="3136392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执行高风险工具前确认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生成报告前人工审阅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业务规则不明确时提问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合规、安全、财务等敏感流程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需要用户提供额外上下文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45920"/>
            <a:ext cx="64008" cy="41605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5564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设计方式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76272"/>
            <a:ext cx="3136392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UserProxy / 用户代理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审批节点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请求-响应交互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暂停与恢复工作流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人工反馈作为消息进入上下文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45920"/>
            <a:ext cx="3337560" cy="41605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45920"/>
            <a:ext cx="64008" cy="41605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5564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价值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76272"/>
            <a:ext cx="3044952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降低幻觉风险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防止误操作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增强业务可控性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保留审计记录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适合企业级流程治理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Studio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10. AutoGen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用于无需编写代码即可快速原型化Agent应用的Web界面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657600" cy="4343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34340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383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Studio定位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364992" cy="374903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Web-based UI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快速配置代理、工具和工作流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适合演示、原型验证、非代码探索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基于AgentChat构建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6280" y="1600200"/>
            <a:ext cx="3337560" cy="4343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26280" y="1600200"/>
            <a:ext cx="64008" cy="43434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8172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典型用途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872" y="2130552"/>
            <a:ext cx="3044952" cy="374903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试验角色指令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构建多代理对话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观察代理运行过程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快速验证业务流程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沉淀可复用配置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343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3434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安装运行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74903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pip install -U autogenstudio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autogenstudio ui --port 8080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指定appdir保存应用配置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适合作为Demo入口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11. 典型应用场景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AutoGen适合多步骤、需要工具、需要协作、需要人工确认的Agentic任务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企业知识助手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资料检索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总结问答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多轮澄清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引用来源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数据分析代理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读取文件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生成代码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执行分析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输出图表/报告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软件工程助手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需求拆解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代码生成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测试生成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代码审查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财务/审计分析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解析报告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指标分析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风险识别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PDF输出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业务流程自动化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审批节点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外部系统调用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长期运行任务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状态恢复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研究型多代理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辩论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反思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评审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协作规划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Best Practices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12. AutoGen最佳实践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从Demo走向可控、可靠、可维护的Agentic应用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代理设计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每个代理职责单一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System message明确边界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避免多个代理能力重叠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工具治理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工具最小权限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输入输出结构化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高风险工具加人工确认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流程控制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设置最大轮次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定义终止条件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避免无限循环和成本失控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上下文管理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控制历史长度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摘要压缩长上下文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保留关键中间结果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可观测性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记录消息、工具、模型耗时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跟踪Token与失败率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保留审计日志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评估测试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构建标准任务集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回归测试提示词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比较不同模型效果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13. AutoGen 与 Microsoft Agent Framework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AutoGen开创了多代理业务流程思路；Microsoft Agent Framework是面向未来的企业级继任方向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343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3434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AutoGen优势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136392" cy="374903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社区成熟度高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多代理概念清晰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研究与原型友好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大量案例和学习资料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适合理解Agentic系统设计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343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64008" cy="434340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需要注意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30552"/>
            <a:ext cx="3136392" cy="374903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当前仓库提示维护模式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未来新特性有限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长期项目需评估迁移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企业生产支持需看框架路线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343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3434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迁移方向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74903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AFCDEB"/>
                </a:solidFill>
                <a:latin typeface="Microsoft YaHei"/>
              </a:defRPr>
            </a:pPr>
            <a:r>
              <a:t>• 新项目评估Agent Framework</a:t>
            </a:r>
          </a:p>
          <a:p>
            <a:pPr>
              <a:spcAft>
                <a:spcPts val="400"/>
              </a:spcAft>
              <a:defRPr sz="1060">
                <a:solidFill>
                  <a:srgbClr val="AFCDEB"/>
                </a:solidFill>
                <a:latin typeface="Microsoft YaHei"/>
              </a:defRPr>
            </a:pPr>
            <a:r>
              <a:t>• 保留Agent/Tool/Workflow思想</a:t>
            </a:r>
          </a:p>
          <a:p>
            <a:pPr>
              <a:spcAft>
                <a:spcPts val="400"/>
              </a:spcAft>
              <a:defRPr sz="1060">
                <a:solidFill>
                  <a:srgbClr val="AFCDEB"/>
                </a:solidFill>
                <a:latin typeface="Microsoft YaHei"/>
              </a:defRPr>
            </a:pPr>
            <a:r>
              <a:t>• 逐步迁移模型客户端和工具</a:t>
            </a:r>
          </a:p>
          <a:p>
            <a:pPr>
              <a:spcAft>
                <a:spcPts val="400"/>
              </a:spcAft>
              <a:defRPr sz="1060">
                <a:solidFill>
                  <a:srgbClr val="AFCDEB"/>
                </a:solidFill>
                <a:latin typeface="Microsoft YaHei"/>
              </a:defRPr>
            </a:pPr>
            <a:r>
              <a:t>• 重构多代理流程为Workflow/Graph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14. 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AutoGen的核心价值：把LLM、工具、代理角色和协作流程组织成可运行的Agentic系统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169164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" y="1691640"/>
            <a:ext cx="64008" cy="13258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4127" y="1801368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框架层面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" y="2221992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提供AgentChat、Core、Extensions、Studio等能力，覆盖从原型到复杂多代理系统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169164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1691640"/>
            <a:ext cx="64008" cy="13258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1801368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开发层面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2221992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通过代理角色、工具调用、模型客户端和Team组合，快速构建Agent应用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356616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8680" y="3566160"/>
            <a:ext cx="64008" cy="13258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4127" y="3675887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工程层面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" y="4096511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重点关注流式、可观测性、终止条件、安全工具执行与人机循环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56616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00800" y="3566160"/>
            <a:ext cx="64008" cy="132588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56248" y="3675887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路线层面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096511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AutoGen适合学习和既有项目维护，新企业项目建议同步评估Microsoft Agent Framework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669280"/>
            <a:ext cx="103327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50E6FF"/>
                </a:solidFill>
                <a:latin typeface="Microsoft YaHei"/>
              </a:defRPr>
            </a:pPr>
            <a:r>
              <a:t>推荐学习路径：AgentChat快速入门 → 工具调用 → 多代理Team → Core事件运行时 → Studio原型与可观测性。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本PPT内容基于Microsoft AutoGen官方文档、Microsoft Research页面与GitHub仓库整理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536192"/>
            <a:ext cx="10515600" cy="34290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536192"/>
            <a:ext cx="64008" cy="34290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645919"/>
            <a:ext cx="10241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主要来源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066543"/>
            <a:ext cx="10222992" cy="2834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Microsoft Research AutoGen项目页：https://www.microsoft.com/en-us/research/project/autogen/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AutoGen官方文档：https://microsoft.github.io/autogen/stable/index.html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AutoGen GitHub仓库：https://github.com/microsoft/autogen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AutoGen 0.2 Getting Started：https://microsoft.github.io/autogen/0.2/docs/Getting-Started/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AutoGen → Microsoft Agent Framework迁移指南：https://learn.microsoft.com/zh-cn/agent-framework/migration-guide/from-autogen/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257800"/>
            <a:ext cx="1051560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960" y="5257800"/>
            <a:ext cx="64008" cy="7772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" y="5367528"/>
            <a:ext cx="10241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备注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5788152"/>
            <a:ext cx="1022299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AutoGen生态仍有重要学习价值；但正式新项目建议结合Microsoft Agent Framework当前状态、企业支持要求和团队长期维护策略进行技术选型。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Microsoft AutoGen AI Agent Framework Introduction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CHUN HUI YU (Harvey)</dc:creator>
  <cp:keywords/>
  <dc:description>generated using python-pptx</dc:description>
  <cp:lastModifiedBy>CHUN HUI YU (Harvey)</cp:lastModifiedBy>
  <cp:revision>2</cp:revision>
  <dcterms:created xsi:type="dcterms:W3CDTF">2026-06-30T07:40:39Z</dcterms:created>
  <dcterms:modified xsi:type="dcterms:W3CDTF">2026-06-30T07:41:35Z</dcterms:modified>
  <cp:category/>
</cp:coreProperties>
</file>