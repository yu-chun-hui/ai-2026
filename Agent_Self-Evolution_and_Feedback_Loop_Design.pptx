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 snapToObjects="1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7A31-09FF-004F-BA3C-8B1B3CA9DE6C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B92A9-6831-6C46-9117-03B18C699F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44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1874519"/>
            <a:ext cx="80467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F5F8FF"/>
                </a:solidFill>
                <a:latin typeface="Microsoft YaHei"/>
              </a:defRPr>
            </a:pPr>
            <a:r>
              <a:t>Agent 自进化与反馈闭环设计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2606040"/>
            <a:ext cx="8046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Microsoft YaHei"/>
              </a:defRPr>
            </a:pPr>
            <a:r>
              <a:t>Self-Evolution &amp; Feedback Loop Architecture for LLM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3246120"/>
            <a:ext cx="777240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AFCDEB"/>
                </a:solidFill>
                <a:latin typeface="Microsoft YaHei"/>
              </a:defRPr>
            </a:pPr>
            <a:r>
              <a:t>反馈采集 · LLM-as-Judge 评估 · 反思改进 · 经验沉淀</a:t>
            </a:r>
            <a:br/>
          </a:p>
          <a:p>
            <a:pPr algn="l">
              <a:defRPr sz="1300" b="0">
                <a:solidFill>
                  <a:srgbClr val="AFCDEB"/>
                </a:solidFill>
                <a:latin typeface="Microsoft YaHei"/>
              </a:defRPr>
            </a:pPr>
            <a:r>
              <a:t>让 Agent 从单轮调用进化为持续自学习的闭环系统</a:t>
            </a:r>
            <a:br/>
          </a:p>
        </p:txBody>
      </p:sp>
      <p:sp>
        <p:nvSpPr>
          <p:cNvPr id="40" name="Rounded Rectangle 39"/>
          <p:cNvSpPr/>
          <p:nvPr/>
        </p:nvSpPr>
        <p:spPr>
          <a:xfrm>
            <a:off x="8001000" y="182880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01000" y="1828800"/>
            <a:ext cx="73152" cy="53035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65592" y="193852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Reflexion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0" y="260604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01000" y="2606040"/>
            <a:ext cx="73152" cy="53035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65592" y="271576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Memory · RAG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338328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01000" y="3383280"/>
            <a:ext cx="73152" cy="53035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65592" y="34930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LLM-as-Judge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989320"/>
            <a:ext cx="43891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8CAAD2"/>
                </a:solidFill>
                <a:latin typeface="Microsoft YaHei"/>
              </a:defRPr>
            </a:pPr>
            <a:r>
              <a:t>Design Document ·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A1DAED-CE64-A9D3-6188-8FFE9C089019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Diagnosis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现状诊断：为什么 Agent 无法进化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单轮调用、无记忆、无反馈回路 —— 这是表现不及预期且无法进化的根因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74519"/>
            <a:ext cx="73152" cy="28346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无记忆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每次新建 agent，无历史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同样错误反复犯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1874519"/>
            <a:ext cx="73152" cy="28346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无反馈采集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不记录满意 / 对错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没有学习信号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1874519"/>
            <a:ext cx="73152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22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无评估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无打分 / 评测机制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不知好坏，无法对比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43800" y="1874519"/>
            <a:ext cx="73152" cy="28346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08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Prompt 静态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system_message 硬编码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改进只能人工改代码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1874519"/>
            <a:ext cx="73152" cy="28346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94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无失败案例库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出错即丢弃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经验无法沉淀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166360"/>
            <a:ext cx="10332720" cy="7772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5276088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核心诊断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696712"/>
            <a:ext cx="10012680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当前 Agent 基于 AutoGen AssistantAgent 单轮调用（固定 system_message + prompt），缺少记忆与反馈回路，这是无法自我改进的根本原因。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421772-F34D-3E98-4174-BEE5BF7F2DA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自进化的本质：模型之外的 4 个层次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几乎无需重训权重，进化主要发生在 Prompt / 记忆 / 工具 / 权重四层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① Prompt / 指令进化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改写 system prompt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成本最低，当天见效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人工或优化器自动改写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② 记忆进化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积累经验 / 案例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中等成本，越用越准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few-shot 动态注入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③ 工具 / 技能进化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新增能力与工具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中等成本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扩展能力边界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④ 权重进化 &amp; 核心思想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④ 权重进化（微调 / RL）成本最高、最慢，需大量数据，最后才考虑。核心思想：自进化 = 反馈闭环（Feedback Loop）—— 没有反馈，就没有进化。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自进化完整闭环：执行 → 评估 → 归因 → 改进 → 沉淀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闭环让每一次执行都成为下一次更好的输入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1 执行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2 评估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3347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3 归因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8231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7804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4 改进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3115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5 沉淀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7999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772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" y="3063240"/>
            <a:ext cx="73152" cy="2240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评估方式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人工反馈：点赞 / 点踩 / 评分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自动评估：LLM-as-Judge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规则校验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34840" y="3063240"/>
            <a:ext cx="73152" cy="2240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94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改进对象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更新 Prompt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更新记忆 / 案例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新增工具 / 技能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92440" y="3063240"/>
            <a:ext cx="73152" cy="2240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570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沉淀去向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成功经验入经验库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失败案例入失败库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供下次检索复用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D86F09F-7D62-CA2F-F5D8-6843DBBF12E1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Approaches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四种落地方案（从易到难）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优先用运行时改进，最后才动模型权重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方案 1 · Reflexion 反思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批判 Agent 检查产出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发现问题就重做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运行时改进，免训练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最快见效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方案 2 · 记忆库 Memory / 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成功案例 / 修正入向量库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相似任务检索注入 prompt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不改代码模型也变好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真正的自学习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方案 3 · Prompt 自动优化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优化器 LLM 分析失败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自动改写 system prompt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评测集验证更优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DSPy / APE / PromptBreeder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方案 4 · 微调 / 强化学习（RLHF / DPO）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最重、最贵、最慢：仅当前 3 种都做完且已积累上千条高质量反馈时才值得，避免过早引入（贵、慢、易过拟合）。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Priority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演进优先级路线：P0 → P4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先打地基（数据），再上质量，最后才碰权重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74519"/>
            <a:ext cx="73152" cy="28346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P0 · 地基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建反馈采集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system_message 可配置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没数据就无法进化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1874519"/>
            <a:ext cx="73152" cy="28346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P1 · 质量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Reflexion 批判 Agent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LLM-as-Judge 评估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提质 + 量化好坏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1874519"/>
            <a:ext cx="73152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22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P2 · 自学习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加向量记忆库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持续积累经验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越用越准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43800" y="1874519"/>
            <a:ext cx="73152" cy="28346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08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P3 · 自动化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Prompt 自动优化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自动迭代改写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评测集验证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1874519"/>
            <a:ext cx="73152" cy="28346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94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P4 · 权重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微调 / RL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数据量够大再做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最后才考虑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166360"/>
            <a:ext cx="10332720" cy="7772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5276088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一句话总结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696712"/>
            <a:ext cx="10012680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不需要让模型自己重训。真正的自进化 = 反馈采集 → 评估打分 → 反思改进 → 经验沉淀 的闭环。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421772-F34D-3E98-4174-BEE5BF7F2DA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反馈采集 + LLM-as-Judge 最小闭环架构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给每次分析一个 ID、流结束落库、收集人工反馈 + 自动 Judge 打分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73152" cy="8686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" y="1709928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前端层 · 采集人工信号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130552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上传报告  |  流式接收结果  |  展示 + 投票 / 评分 / 意见  |  提交反馈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450592"/>
            <a:ext cx="0" cy="219456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77240" y="2715768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7240" y="2715768"/>
            <a:ext cx="73152" cy="8686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2825496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后端采集层 · FastAPI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3246120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/analyze 生成 analysis_id  |  响应头回传 X-Analysis-Id  |  流结束钩子落库 input+output  |  /feedback 接口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566160"/>
            <a:ext cx="0" cy="219455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77240" y="3831335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3831335"/>
            <a:ext cx="73152" cy="8686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1832" y="3941063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评估层 · LLM-as-Judge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4361688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BackgroundTasks 异步打分  |  多维度分数 + 理由  |  用更强的模型当裁判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80760" y="4681728"/>
            <a:ext cx="0" cy="219455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77240" y="4946904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240" y="4946904"/>
            <a:ext cx="73152" cy="86868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" y="5056632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存储 + 进化层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477256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analysis_records / human_feedback / judge_scores  |  低分案例进失败库  |  review 改进 Prompt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39955EE-86B7-F7DA-5541-6FDB49EC749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Data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数据模型：用 3 张表串起分析全生命周期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新增 SQLite（MVP），analysis_id 作为贯穿主键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56616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32918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analysis_records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324612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analysis_id（PK 主钥）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file_name / file_type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model_used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system_prompt_version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context / requirements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output_markdown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latency_ms / status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created_at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1600200"/>
            <a:ext cx="333756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26280" y="1600200"/>
            <a:ext cx="73152" cy="4526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90872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human_feedback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2130552"/>
            <a:ext cx="301752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id（PK）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analysis_id（FK）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rating 评分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thumb_up 点赞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comment 意见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created_at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600200"/>
            <a:ext cx="329184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600200"/>
            <a:ext cx="73152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70992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judge_scores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130552"/>
            <a:ext cx="297180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id（PK） / analysis_id（FK）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score_completeness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score_accuracy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score_structure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score_no_redaction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score_overall + judge_reason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judge_model / created_at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关键字段：analysis_id 关联三方；system_prompt_version 支撑回答换 prompt 后分数是否变好；model_used 对比 ICA / DeepSeek / Qwen；output_markdown 落库才能事后评估。MVP 用 SQLite，量大再换 PostgreSQL。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EFCDAA1-4CB4-4A61-E1DC-96389287F8D5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关键流程：流式输出时采集落库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边 yield 给前端边累积 buffer，流结束时落库完整记录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生成 analysis_id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响应头 X-Analysis-Id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3347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流式转发(打字机)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8231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7804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buffer 累积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3115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流结束落库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7999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772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" y="3063240"/>
            <a:ext cx="73152" cy="2240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包装生成器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包一层生成器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边转发边累积 buffer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流结束写完整 input+output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34840" y="3063240"/>
            <a:ext cx="73152" cy="2240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94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关联反馈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响应头回传 X-Analysis-Id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前端提交反馈时带上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关联结果与反馈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92440" y="3063240"/>
            <a:ext cx="73152" cy="2240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570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容错落库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try / finally 包住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中途关闭也落库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标记 status=partial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D86F09F-7D62-CA2F-F5D8-6843DBBF12E1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Judge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LLM-as-Judge 评分维度（财务场景定制）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强模型当裁判，输出 JSON、逐维度给理由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45920"/>
            <a:ext cx="246888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45920"/>
            <a:ext cx="73152" cy="4572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75564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1645920"/>
            <a:ext cx="283464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1645920"/>
            <a:ext cx="73152" cy="4572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47872" y="175564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评什么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1645920"/>
            <a:ext cx="493776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1645920"/>
            <a:ext cx="73152" cy="4572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65392" y="175564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为什么重要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224028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31520" y="224028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" y="23500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完整性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224028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83280" y="224028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47872" y="23500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4 章节（概览/指标/趋势/风险）是否齐全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224028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0" y="224028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65392" y="235000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prompt 强制要求了结构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06324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" y="306324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112" y="317296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数据准确性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3280" y="306324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383280" y="306324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47872" y="317296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引用数字是否与原文一致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306324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00800" y="306324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65392" y="317296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财务分析最怕编数字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388620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31520" y="388620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6112" y="399592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无脱敏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83280" y="388620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383280" y="388620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47872" y="399592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有没有出现 █ / *** / XXX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388620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0" y="388620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65392" y="399592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反复强调不脱敏，高频痛点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470916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31520" y="470916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96112" y="481888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结构规范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83280" y="470916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383280" y="470916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547872" y="481888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Markdown 格式是否正确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470916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400800" y="470916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65392" y="481888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影响前端展示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50E6FF"/>
                </a:solidFill>
                <a:latin typeface="Microsoft YaHei"/>
              </a:defRPr>
            </a:pPr>
            <a:r>
              <a:t>Judge Prompt 原则：构造（原始需求 + 输出结果 + 评分 Rubric）→ 调强模型 → 返回 JSON 写入 judge_scores；用比被评模型更强的模型当裁判，避免自夸。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6A8D033-FC0B-CD8D-7DC9-E5C8F33F0E5F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最小接口清单：一改三新，当周可落地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改动量集中在 /analyze，其余皆为轻量新增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74519"/>
            <a:ext cx="73152" cy="28346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POST /analyze（改造）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加 analysis_id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响应头回传 ID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流结束落库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改动量：中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1874519"/>
            <a:ext cx="73152" cy="28346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POST /feedback（新增）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接收人工反馈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写 human_feedback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改动量：小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1874519"/>
            <a:ext cx="73152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22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GET /records（新增）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后台查记录 + 分数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支撑 A/B 对比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改动量：小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43800" y="1874519"/>
            <a:ext cx="73152" cy="28346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08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POST /records/{id}/rejudge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手动重评（调试）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重跑 Judge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改动量：小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1874519"/>
            <a:ext cx="73152" cy="28346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94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落地节奏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一改三新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不侵入业务逻辑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当周即可上线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166360"/>
            <a:ext cx="10332720" cy="7772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5276088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为什么够用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696712"/>
            <a:ext cx="10012680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最小闭环只需 4 个接口即可打通 分析 → 反馈 → 评估 → 查询，立刻开始积累进化所需数据。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421772-F34D-3E98-4174-BEE5BF7F2DA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Evolution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闭环如何驱动进化：从凭感觉到数据驱动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有了 system_prompt_version，就能用数据证明改进有效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积累记录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筛选低分案例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3347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按维度归因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8231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7804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改 Prompt(version+1)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3115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对比新旧平均分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7999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772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" y="3063240"/>
            <a:ext cx="73152" cy="2240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归因维度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是否脱敏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是否漏章节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数据是否准确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34840" y="3063240"/>
            <a:ext cx="73152" cy="2240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94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v1 平均分 6.2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v2 平均分 7.8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用数据证明有效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92440" y="3063240"/>
            <a:ext cx="73152" cy="2240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570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版本闭环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记录每版 version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新版上线打标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持续对比迭代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D86F09F-7D62-CA2F-F5D8-6843DBBF12E1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MVP 落地优先级：Step 1 → 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当周即可搭起，立刻开始积累进化所需的数据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74519"/>
            <a:ext cx="73152" cy="28346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Step 1 · 地基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建 SQLite + analysis_records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改造 /analyze 落库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回传 analysis_id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1874519"/>
            <a:ext cx="73152" cy="28346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Step 2 · 人工信号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新增 /feedback 接口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前端加投票 / 评分组件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拿真实人工反馈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1874519"/>
            <a:ext cx="73152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22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Step 3 · 自动评估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加 LLM-as-Judge 后台任务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建 judge_scores 表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规模化自动评分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43800" y="1874519"/>
            <a:ext cx="73152" cy="28346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08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Step 4 · 驱动进化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system_prompt_version 化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简单后台查询页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支撑 A/B 对比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1874519"/>
            <a:ext cx="73152" cy="28346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94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落地价值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当周搭起最小闭环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立刻积累数据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数据驱动持续进化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166360"/>
            <a:ext cx="10332720" cy="7772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5276088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MVP 心法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696712"/>
            <a:ext cx="10012680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先让数据流动起来：哪怕只有 analysis_records + 一个反馈按钮，进化飞轮就已经开始转动。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421772-F34D-3E98-4174-BEE5BF7F2DA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总结：让 Agent 持续自我进化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反馈是前提，闭环是引擎，数据是燃料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91640"/>
            <a:ext cx="73152" cy="14173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反馈是前提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没有反馈采集就没有学习信号，先把数据流打通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91640"/>
            <a:ext cx="73152" cy="14173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151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闭环五步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执行 → 评估 → 归因 → 改进 → 沉淀，循环往复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91640"/>
            <a:ext cx="73152" cy="14173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48471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四层进化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9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Prompt / 记忆 / 工具 / 权重，由轻到重按需选用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66160"/>
            <a:ext cx="73152" cy="14173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1832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反思先行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Reflexion 批判 Agent 运行时改进，最快见效免训练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66160"/>
            <a:ext cx="73152" cy="14173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45151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记忆即自学习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向量记忆库越用越准，不改代码也持续变好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66160"/>
            <a:ext cx="73152" cy="14173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48471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数据驱动 A/B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59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system_prompt_version + Judge 分，用数据证明每次改进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Agent Self-Evolution  |  Feedback Loop Design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871E107-D2D0-E855-C854-840A8959CFC3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2265</Words>
  <Application>Microsoft Macintosh PowerPoint</Application>
  <PresentationFormat>宽屏</PresentationFormat>
  <Paragraphs>471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7</cp:revision>
  <dcterms:created xsi:type="dcterms:W3CDTF">2026-06-26T03:14:35Z</dcterms:created>
  <dcterms:modified xsi:type="dcterms:W3CDTF">2026-06-29T02:28:13Z</dcterms:modified>
  <cp:category/>
</cp:coreProperties>
</file>