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1847088"/>
            <a:ext cx="80467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F5F8FF"/>
                </a:solidFill>
                <a:latin typeface="Microsoft YaHei"/>
              </a:defRPr>
            </a:pPr>
            <a:r>
              <a:t>Python FastAPI 框架介绍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2606040"/>
            <a:ext cx="77724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Microsoft YaHei"/>
              </a:defRPr>
            </a:pPr>
            <a:r>
              <a:t>现代、高性能、类型驱动的 API 开发框架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127248"/>
            <a:ext cx="84124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50" b="0">
                <a:solidFill>
                  <a:srgbClr val="AFCDEB"/>
                </a:solidFill>
                <a:latin typeface="Microsoft YaHei"/>
              </a:defRPr>
            </a:pPr>
            <a:r>
              <a:t>适用于 REST API、AI服务、微服务、内部平台与企业级后端系统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828800"/>
            <a:ext cx="2468880" cy="530352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58200" y="1828800"/>
            <a:ext cx="64008" cy="53035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13648" y="193852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2606040"/>
            <a:ext cx="2468880" cy="530352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58200" y="2606040"/>
            <a:ext cx="64008" cy="53035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13648" y="271576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Starlette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3383280"/>
            <a:ext cx="2468880" cy="530352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58200" y="3383280"/>
            <a:ext cx="64008" cy="53035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3648" y="34930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Pydantic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从定位、核心特性、开发模型到生产部署的完整介绍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00200"/>
            <a:ext cx="64008" cy="9601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01  FastAPI是什么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框架定位、适用场景、核心价值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60020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600200"/>
            <a:ext cx="64008" cy="960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8" y="170992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02  核心特性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13055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类型提示、自动文档、数据校验、依赖注入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" y="2926080"/>
            <a:ext cx="64008" cy="9601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03  架构原理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FastAPI / Starlette / Pydantic 分层关系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92608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2926080"/>
            <a:ext cx="64008" cy="9601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64808" y="303580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04  开发实践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345643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路由、请求响应、异常、中间件、安全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4251960"/>
            <a:ext cx="4983480" cy="960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960" y="4251960"/>
            <a:ext cx="64008" cy="9601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8408" y="4361688"/>
            <a:ext cx="47091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05  工程化落地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4782312"/>
            <a:ext cx="4690872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项目结构、测试、部署、最佳实践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1. FastAPI是什么？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基于标准 Python 类型提示构建 API 的现代 Web 框架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64008" cy="3977639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一句话定义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用于构建 API 的现代 Python Web 框架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核心依赖标准 Python type hints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强调高性能、快速开发、生产可用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自动生成 OpenAPI / Swagger UI / ReDoc 文档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645920"/>
            <a:ext cx="347472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645920"/>
            <a:ext cx="64008" cy="3977639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0288" y="175564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1" y="2176272"/>
            <a:ext cx="318211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企业内部 API 平台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微服务后端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AI / ML 模型服务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数据处理服务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前后端分离应用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自动化工具与管理后台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45920"/>
            <a:ext cx="3154680" cy="3977639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45920"/>
            <a:ext cx="64008" cy="3977639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55648"/>
            <a:ext cx="2880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核心关键词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76272"/>
            <a:ext cx="2862072" cy="338327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类型驱动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异步优先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自动校验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自动文档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依赖注入</a:t>
            </a:r>
          </a:p>
          <a:p>
            <a:pPr>
              <a:spcAft>
                <a:spcPts val="400"/>
              </a:spcAft>
              <a:defRPr sz="1150">
                <a:solidFill>
                  <a:srgbClr val="AFCDEB"/>
                </a:solidFill>
                <a:latin typeface="Microsoft YaHei"/>
              </a:defRPr>
            </a:pPr>
            <a:r>
              <a:t>• 生产就绪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2. 为什么选择 FastAPI？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开发效率、代码质量、运行性能和接口标准化的综合平衡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5087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高性能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基于 Starlette，支持 ASGI 和异步处理，适合高并发 API 场景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5087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开发快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通过类型提示减少重复声明，接口参数、校验、文档一次定义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5087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更少Bug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Pydantic 负责数据校验和序列化，减少人工解析错误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611880"/>
            <a:ext cx="64008" cy="15087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自动文档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基于 OpenAPI 自动提供 Swagger UI 与 ReDoc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611880"/>
            <a:ext cx="64008" cy="150876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标准化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兼容 OpenAPI 与 JSON Schema，便于客户端代码生成和接口治理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611880"/>
            <a:ext cx="3337560" cy="15087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611880"/>
            <a:ext cx="64008" cy="15087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2160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易集成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42232"/>
            <a:ext cx="3044952" cy="9143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依赖注入可接入数据库、认证、缓存、配置、外部服务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3. FastAPI技术架构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FastAPI 站在 Starlette 与 Pydantic 之上：Web能力 + 数据能力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691640"/>
            <a:ext cx="10607040" cy="77724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691640"/>
            <a:ext cx="64008" cy="7772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80136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FastAPI 应用层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221992"/>
            <a:ext cx="10314432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路由声明、依赖注入、请求参数、响应模型、异常处理、安全认证、自动文档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487168"/>
            <a:ext cx="0" cy="237744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" y="2761488"/>
            <a:ext cx="5074920" cy="11887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" y="2761488"/>
            <a:ext cx="64008" cy="11887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" y="2871216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Starlette · Web / ASGI层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3291840"/>
            <a:ext cx="4782312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ASGI应用基础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路由与中间件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WebSocket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后台任务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CORS / GZip / 静态文件 / StreamingResponse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2761488"/>
            <a:ext cx="5074920" cy="11887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55080" y="2761488"/>
            <a:ext cx="64008" cy="11887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2871216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Pydantic · 数据模型层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9672" y="3291840"/>
            <a:ext cx="4782312" cy="594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请求体模型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类型校验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序列化与反序列化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JSON Schema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配置模型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383280" y="3977639"/>
            <a:ext cx="0" cy="320041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915400" y="3977639"/>
            <a:ext cx="0" cy="320041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22960" y="4389120"/>
            <a:ext cx="10607040" cy="1097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2960" y="4389120"/>
            <a:ext cx="64008" cy="109728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8408" y="4498848"/>
            <a:ext cx="1033271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OpenAPI / JSON Schema / Python Type Hints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4919472"/>
            <a:ext cx="10314432" cy="5029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类型提示是开发入口；Pydantic负责数据语义；OpenAPI负责接口标准与文档；Starlette负责底层Web能力。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Concepts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4. 核心概念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理解 FastAPI，重点掌握路由、模型、依赖、响应与文档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Path Operation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@app.get / @app.post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定义HTTP方法与路径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函数就是接口处理器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Type Hints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参数类型即校验规则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IDE自动补全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减少手写解析代码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Pydantic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请求体/响应体模型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字段校验与默认值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自动生成Schema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Dependency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Depends() 注入依赖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认证、DB连接、配置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可复用、可测试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Response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控制输出字段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统一返回结构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避免泄露内部字段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OpenAPI Docs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/docs Swagger UI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/redoc ReDoc</a:t>
            </a:r>
          </a:p>
          <a:p>
            <a:pPr>
              <a:spcAft>
                <a:spcPts val="400"/>
              </a:spcAft>
              <a:defRPr sz="980">
                <a:solidFill>
                  <a:srgbClr val="AFCDEB"/>
                </a:solidFill>
                <a:latin typeface="Microsoft YaHei"/>
              </a:defRPr>
            </a:pPr>
            <a:r>
              <a:t>• 接口可直接测试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Quick 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5. 最小可运行示例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几十行代码即可完成接口、参数校验与自动文档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00200"/>
            <a:ext cx="5212080" cy="4389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00200"/>
            <a:ext cx="64008" cy="43891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1709928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main.py 示例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057400"/>
            <a:ext cx="4800600" cy="3383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D7EEFF"/>
                </a:solidFill>
                <a:latin typeface="Microsoft YaHei"/>
              </a:defRPr>
            </a:pPr>
            <a:r>
              <a:t>from fastapi import FastAPI</a:t>
            </a:r>
            <a:br/>
            <a:r>
              <a:t>from pydantic import BaseModel</a:t>
            </a:r>
            <a:br/>
            <a:br/>
            <a:r>
              <a:t>app = FastAPI(title="Demo API")</a:t>
            </a:r>
            <a:br/>
            <a:br/>
            <a:r>
              <a:t>class Item(BaseModel):</a:t>
            </a:r>
            <a:br/>
            <a:r>
              <a:t>    name: str</a:t>
            </a:r>
            <a:br/>
            <a:r>
              <a:t>    price: float</a:t>
            </a:r>
            <a:br/>
            <a:r>
              <a:t>    in_stock: bool = True</a:t>
            </a:r>
            <a:br/>
            <a:br/>
            <a:r>
              <a:t>@app.get("/health")</a:t>
            </a:r>
            <a:br/>
            <a:r>
              <a:t>def health():</a:t>
            </a:r>
            <a:br/>
            <a:r>
              <a:t>    return {"status": "ok"}</a:t>
            </a:r>
            <a:br/>
            <a:br/>
            <a:r>
              <a:t>@app.post("/items", response_model=Item)</a:t>
            </a:r>
            <a:br/>
            <a:r>
              <a:t>def create_item(item: Item):</a:t>
            </a:r>
            <a:br/>
            <a:r>
              <a:t>    return item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1600200"/>
            <a:ext cx="5074920" cy="4389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600200"/>
            <a:ext cx="64008" cy="43891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8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运行与访问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130552"/>
            <a:ext cx="4782312" cy="37947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安装：pip install "fastapi[standard]"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开发运行：fastapi dev main.py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生产运行：fastapi run main.py 或 uvicorn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接口文档：http://127.0.0.1:8000/docs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备用文档：http://127.0.0.1:8000/redoc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Request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6. 请求处理流程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从HTTP请求进入，到校验、依赖解析、业务处理与响应序列化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HTTP Request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Routing</a:t>
            </a:r>
            <a:br/>
            <a:r>
              <a:t>匹配路径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37360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493008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Dependency</a:t>
            </a:r>
            <a:br/>
            <a:r>
              <a:t>依赖解析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36976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992624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Validation</a:t>
            </a:r>
            <a:br/>
            <a:r>
              <a:t>参数校验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736592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492240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Endpoint</a:t>
            </a:r>
            <a:br/>
            <a:r>
              <a:t>业务逻辑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36207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991856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Serialization</a:t>
            </a:r>
            <a:br/>
            <a:r>
              <a:t>响应序列化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35824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491472" y="2148840"/>
            <a:ext cx="1170432" cy="749808"/>
          </a:xfrm>
          <a:prstGeom prst="roundRect">
            <a:avLst/>
          </a:prstGeom>
          <a:solidFill>
            <a:srgbClr val="0A1937"/>
          </a:solidFill>
          <a:ln w="14604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F8FF"/>
                </a:solidFill>
                <a:latin typeface="Microsoft YaHei"/>
              </a:defRPr>
            </a:pPr>
            <a:r>
              <a:t>HTTP Response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35440" y="2523744"/>
            <a:ext cx="228600" cy="0"/>
          </a:xfrm>
          <a:prstGeom prst="line">
            <a:avLst/>
          </a:prstGeom>
          <a:ln w="1651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77240" y="3657600"/>
            <a:ext cx="3337560" cy="15544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77240" y="3657600"/>
            <a:ext cx="64008" cy="15544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输入侧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" y="4187952"/>
            <a:ext cx="3044952" cy="96011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Path / Query / Header / Cookie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Request Body JSON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文件上传 Multipart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认证信息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34840" y="3657600"/>
            <a:ext cx="3337560" cy="15544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434840" y="3657600"/>
            <a:ext cx="64008" cy="15544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902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处理中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9431" y="4187952"/>
            <a:ext cx="3044952" cy="96011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类型转换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Pydantic校验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依赖注入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异常自动转换为HTTP响应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92440" y="3657600"/>
            <a:ext cx="3337560" cy="15544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92440" y="3657600"/>
            <a:ext cx="64008" cy="15544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7888" y="37673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输出侧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7031" y="4187952"/>
            <a:ext cx="3044952" cy="96011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response_model过滤字段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JSON序列化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状态码与响应头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OpenAPI文档同步更新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Dependency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7. 依赖注入：FastAPI工程化的关键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把认证、数据库、配置、外部客户端封装成可复用依赖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65760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976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383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典型用途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36499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数据库Session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当前用户身份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权限校验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配置读取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缓存连接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外部API Client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事务控制与资源释放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1600200"/>
            <a:ext cx="333756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26280" y="1600200"/>
            <a:ext cx="64008" cy="42976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8172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依赖图思想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2130552"/>
            <a:ext cx="304495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依赖可以继续依赖其他依赖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框架自动解析依赖层级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相同请求内可复用结果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天然便于单元测试和mock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976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976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示例场景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703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get_db() 提供数据库连接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get_current_user() 做认证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require_admin() 做权限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endpoint只关心业务逻辑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8. 安全与认证能力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内置支持多种 OpenAPI 安全方案，适合企业接口治理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认证方式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HTTP Basic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OAuth2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JWT Token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API Key Header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API Key Query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Cookie / Session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2519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工程建议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统一认证依赖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区分401与403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敏感字段不放响应模型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生产环境强制HTTPS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CORS白名单限制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请求大小与频率限制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251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2519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安全治理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OpenAPI描述安全Scheme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权限策略集中管理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日志记录认证失败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密钥使用环境变量/密钥管理服务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避免硬编码凭证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9. 异步能力与性能模型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FastAPI 支持 sync def 与 async def；适合 I/O 密集型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64008" cy="41605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5564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什么时候用 async def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76272"/>
            <a:ext cx="313639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调用异步数据库驱动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HTTPX异步请求外部服务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WebSocket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StreamingResponse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高并发I/O等待场景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45920"/>
            <a:ext cx="64008" cy="41605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5564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什么时候用 def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76272"/>
            <a:ext cx="313639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CPU轻量同步逻辑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调用同步SDK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简单CRUD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已有同步数据库驱动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无需await的普通函数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45920"/>
            <a:ext cx="3337560" cy="41605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45920"/>
            <a:ext cx="64008" cy="41605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5564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50" b="1">
                <a:solidFill>
                  <a:srgbClr val="F5F8FF"/>
                </a:solidFill>
                <a:latin typeface="Microsoft YaHei"/>
              </a:defRPr>
            </a:pPr>
            <a:r>
              <a:t>注意事项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76272"/>
            <a:ext cx="3044952" cy="3566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不要在async中执行长时间阻塞代码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CPU密集任务放任务队列/进程池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合理设置超时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连接池复用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监控延迟与错误率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10. 推荐项目结构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面向企业项目，将路由、模型、服务、配置和测试拆分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512064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4846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目录示例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075688"/>
            <a:ext cx="4663440" cy="3291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D7EEFF"/>
                </a:solidFill>
                <a:latin typeface="Microsoft YaHei"/>
              </a:defRPr>
            </a:pPr>
            <a:r>
              <a:t>app/</a:t>
            </a:r>
            <a:br/>
            <a:r>
              <a:t>├── main.py                 # 应用入口</a:t>
            </a:r>
            <a:br/>
            <a:r>
              <a:t>├── api/</a:t>
            </a:r>
            <a:br/>
            <a:r>
              <a:t>│   └── v1/                 # API版本化</a:t>
            </a:r>
            <a:br/>
            <a:r>
              <a:t>├── core/</a:t>
            </a:r>
            <a:br/>
            <a:r>
              <a:t>│   ├── config.py           # 配置</a:t>
            </a:r>
            <a:br/>
            <a:r>
              <a:t>│   └── security.py         # 安全</a:t>
            </a:r>
            <a:br/>
            <a:r>
              <a:t>├── models/                 # DB模型</a:t>
            </a:r>
            <a:br/>
            <a:r>
              <a:t>├── schemas/                # Pydantic模型</a:t>
            </a:r>
            <a:br/>
            <a:r>
              <a:t>├── services/               # 业务服务</a:t>
            </a:r>
            <a:br/>
            <a:r>
              <a:t>├── repositories/           # 数据访问层</a:t>
            </a:r>
            <a:br/>
            <a:r>
              <a:t>├── dependencies.py         # 公共依赖</a:t>
            </a:r>
            <a:br/>
            <a:r>
              <a:t>└── tests/                  # 测试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1600200"/>
            <a:ext cx="5074920" cy="45262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1600200"/>
            <a:ext cx="64008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8231" y="2130552"/>
            <a:ext cx="4782312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API层只处理协议与参数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Service层承载业务逻辑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Repository层隔离数据访问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Schema区分请求/响应模型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依赖集中管理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接口版本化，便于演进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测试覆盖路由与服务层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11. 部署与生产化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从本地开发到生产运行，需要关注进程、配置、日志、监控和安全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389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43891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运行方式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2130552"/>
            <a:ext cx="3136392" cy="37947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开发：fastapi dev 或 uvicorn --reload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生产：fastapi run 或 uvicorn/gunicorn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容器化：Docker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反向代理：Nginx / API Gateway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ASGI服务器：Uvicorn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389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64008" cy="4389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生产配置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130552"/>
            <a:ext cx="3136392" cy="37947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环境变量管理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日志结构化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请求超时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CORS白名单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连接池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健康检查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限流与熔断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3891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64008" cy="43891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可观测性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130552"/>
            <a:ext cx="3044952" cy="379475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访问日志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错误日志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APM Trace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Prometheus指标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接口延迟P95/P99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状态码分布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依赖服务耗时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Compare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12. FastAPI 与常见 Python Web 框架对比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不同框架侧重点不同，应根据业务场景选择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192024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170992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1600200"/>
            <a:ext cx="274320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9748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52928" y="170992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1600200"/>
            <a:ext cx="246888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62356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79008" y="170992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1600200"/>
            <a:ext cx="3063240" cy="50292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75320" y="1600200"/>
            <a:ext cx="64008" cy="5029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0768" y="170992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Django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22402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800" y="22402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23500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97480" y="2240280"/>
            <a:ext cx="27432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697480" y="22402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52928" y="235000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API优先、类型驱动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23560" y="2240280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623560" y="22402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79008" y="23500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轻量灵活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75320" y="2240280"/>
            <a:ext cx="3063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75320" y="22402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0768" y="235000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全功能Web框架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29260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5800" y="29260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1248" y="30358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文档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97480" y="2926080"/>
            <a:ext cx="27432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697480" y="29260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52928" y="303580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自动OpenAPI/Swagger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23560" y="2926080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623560" y="29260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779008" y="30358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需扩展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75320" y="2926080"/>
            <a:ext cx="3063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75320" y="29260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30768" y="303580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可扩展生成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36118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5800" y="36118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1248" y="37216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数据校验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697480" y="3611880"/>
            <a:ext cx="27432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697480" y="36118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52928" y="372160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Pydantic内置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23560" y="3611880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623560" y="36118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779008" y="37216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通常手动/插件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75320" y="3611880"/>
            <a:ext cx="3063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275320" y="36118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430768" y="372160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Form/Serializer体系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5800" y="42976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5800" y="42976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" y="44074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异步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697480" y="4297680"/>
            <a:ext cx="27432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697480" y="42976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852928" y="440740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原生ASGI友好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23560" y="4297680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623560" y="42976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779008" y="44074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支持但非核心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75320" y="4297680"/>
            <a:ext cx="3063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275320" y="42976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430768" y="440740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逐步增强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5800" y="4983480"/>
            <a:ext cx="1920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85800" y="4983480"/>
            <a:ext cx="64008" cy="5029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5093208"/>
            <a:ext cx="1645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适合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97480" y="4983480"/>
            <a:ext cx="274320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697480" y="4983480"/>
            <a:ext cx="64008" cy="5029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852928" y="5093208"/>
            <a:ext cx="2468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微服务/AI API/高效接口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623560" y="4983480"/>
            <a:ext cx="246888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623560" y="4983480"/>
            <a:ext cx="64008" cy="5029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779008" y="50932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小型服务/灵活原型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75320" y="4983480"/>
            <a:ext cx="3063240" cy="502920"/>
          </a:xfrm>
          <a:prstGeom prst="roundRect">
            <a:avLst/>
          </a:prstGeom>
          <a:solidFill>
            <a:srgbClr val="0A19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275320" y="4983480"/>
            <a:ext cx="64008" cy="5029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430768" y="5093208"/>
            <a:ext cx="2788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>
                <a:solidFill>
                  <a:srgbClr val="F5F8FF"/>
                </a:solidFill>
                <a:latin typeface="Microsoft YaHei"/>
              </a:defRPr>
            </a:pPr>
            <a:r>
              <a:t>管理后台/传统Web/ORM完整场景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20" b="1">
                <a:solidFill>
                  <a:srgbClr val="50E6FF"/>
                </a:solidFill>
                <a:latin typeface="Microsoft YaHei"/>
              </a:defRPr>
            </a:pPr>
            <a:r>
              <a:t>建议：如果目标是高效构建标准API、AI服务或微服务，FastAPI通常更合适；如果需要内置后台管理、完整ORM和传统Web功能，Django仍然很强。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Best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13. FastAPI最佳实践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让项目从Demo走向可维护、可扩展、可运维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64008" cy="14813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接口设计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路径资源化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统一响应结构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合理使用状态码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接口版本化 /api/v1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00200"/>
            <a:ext cx="64008" cy="14813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3600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模型设计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请求/响应Schema分离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敏感字段不返回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校验规则写入模型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明确Optional与默认值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00200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00200"/>
            <a:ext cx="64008" cy="1481328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7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依赖管理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1" y="2130552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数据库/认证/配置用Depends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依赖可测试可替换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避免业务逻辑散落在路由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93592"/>
            <a:ext cx="64008" cy="14813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异常处理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全局异常处理器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业务错误码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日志记录堆栈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用户友好错误信息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93592"/>
            <a:ext cx="64008" cy="1481328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3600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TestClient / HTTPX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覆盖成功与失败路径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Mock外部依赖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CI自动执行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93592"/>
            <a:ext cx="3337560" cy="1481328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93592"/>
            <a:ext cx="64008" cy="14813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3703320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>
                <a:solidFill>
                  <a:srgbClr val="F5F8FF"/>
                </a:solidFill>
                <a:latin typeface="Microsoft YaHei"/>
              </a:defRPr>
            </a:pPr>
            <a:r>
              <a:t>生产运维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1" y="4123944"/>
            <a:ext cx="3044952" cy="88696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健康检查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结构化日志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APM监控</a:t>
            </a:r>
          </a:p>
          <a:p>
            <a:pPr>
              <a:spcAft>
                <a:spcPts val="400"/>
              </a:spcAft>
              <a:defRPr sz="930">
                <a:solidFill>
                  <a:srgbClr val="AFCDEB"/>
                </a:solidFill>
                <a:latin typeface="Microsoft YaHei"/>
              </a:defRPr>
            </a:pPr>
            <a:r>
              <a:t>• 超时/限流/重试策略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14. 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FastAPI 的核心价值是：类型驱动 + 自动化 + 高性能 + 易工程化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" y="1691640"/>
            <a:ext cx="64008" cy="13258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7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开发体验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类型提示、自动补全、自动文档，让API开发更直接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169164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1691640"/>
            <a:ext cx="64008" cy="13258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01368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接口质量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221992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参数校验、响应模型、OpenAPI标准提升可治理性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8680" y="3566160"/>
            <a:ext cx="64008" cy="13258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4127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架构能力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依赖注入、模块化结构、异步能力适合企业后端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566160"/>
            <a:ext cx="5029200" cy="13258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0" y="3566160"/>
            <a:ext cx="64008" cy="132588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56248" y="3675887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生产价值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096511"/>
            <a:ext cx="4736592" cy="7315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高性能ASGI、易部署、可观测、安全治理能力完整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669280"/>
            <a:ext cx="10332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50E6FF"/>
                </a:solidFill>
                <a:latin typeface="Microsoft YaHei"/>
              </a:defRPr>
            </a:pPr>
            <a:r>
              <a:t>推荐学习路径：先掌握路由与Pydantic模型 → 再学习依赖注入与安全 → 最后关注测试、部署和可观测性。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381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0" y="-731520"/>
            <a:ext cx="4114800" cy="384048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869680" y="-548640"/>
            <a:ext cx="4114800" cy="3840480"/>
          </a:xfrm>
          <a:prstGeom prst="ellipse">
            <a:avLst/>
          </a:prstGeom>
          <a:solidFill>
            <a:srgbClr val="2D1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09760" y="-365760"/>
            <a:ext cx="4114800" cy="384048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9164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600" b="1">
                <a:solidFill>
                  <a:srgbClr val="F5F8FF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1207008"/>
            <a:ext cx="1060704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本PPT内容基于 FastAPI 官方文档和特性说明整理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737360"/>
            <a:ext cx="10515600" cy="292608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" y="1737360"/>
            <a:ext cx="64008" cy="29260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8408" y="1847088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主要来源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2267712"/>
            <a:ext cx="10222992" cy="2331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FCDEB"/>
                </a:solidFill>
                <a:latin typeface="Microsoft YaHei"/>
              </a:defRPr>
            </a:pPr>
            <a:r>
              <a:t>• FastAPI 官方文档首页：https://fastapi.tiangolo.com/</a:t>
            </a:r>
          </a:p>
          <a:p>
            <a:pPr>
              <a:spcAft>
                <a:spcPts val="400"/>
              </a:spcAft>
              <a:defRPr sz="1300">
                <a:solidFill>
                  <a:srgbClr val="AFCDEB"/>
                </a:solidFill>
                <a:latin typeface="Microsoft YaHei"/>
              </a:defRPr>
            </a:pPr>
            <a:r>
              <a:t>• FastAPI 中文官方文档：https://fastapi.tiangolo.com/zh/</a:t>
            </a:r>
          </a:p>
          <a:p>
            <a:pPr>
              <a:spcAft>
                <a:spcPts val="400"/>
              </a:spcAft>
              <a:defRPr sz="1300">
                <a:solidFill>
                  <a:srgbClr val="AFCDEB"/>
                </a:solidFill>
                <a:latin typeface="Microsoft YaHei"/>
              </a:defRPr>
            </a:pPr>
            <a:r>
              <a:t>• FastAPI 特性说明：https://fastapi.org.cn/features/</a:t>
            </a:r>
          </a:p>
          <a:p>
            <a:pPr>
              <a:spcAft>
                <a:spcPts val="400"/>
              </a:spcAft>
              <a:defRPr sz="1300">
                <a:solidFill>
                  <a:srgbClr val="AFCDEB"/>
                </a:solidFill>
                <a:latin typeface="Microsoft YaHei"/>
              </a:defRPr>
            </a:pPr>
            <a:r>
              <a:t>• FastAPI GitHub 文档源码：https://github.com/fastapi/fastapi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892040"/>
            <a:ext cx="10515600" cy="822960"/>
          </a:xfrm>
          <a:prstGeom prst="roundRect">
            <a:avLst/>
          </a:prstGeom>
          <a:solidFill>
            <a:srgbClr val="081237"/>
          </a:solidFill>
          <a:ln w="1397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" y="4892040"/>
            <a:ext cx="64008" cy="8229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8408" y="5001768"/>
            <a:ext cx="10241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422392"/>
            <a:ext cx="10222992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>
                <a:solidFill>
                  <a:srgbClr val="AFCDEB"/>
                </a:solidFill>
                <a:latin typeface="Microsoft YaHei"/>
              </a:defRPr>
            </a:pPr>
            <a:r>
              <a:t>该PPT用于框架介绍与技术培训，内容聚焦框架能力、工程实践与企业落地；实际项目中请结合团队技术栈、部署平台和安全规范进行调整。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65392"/>
            <a:ext cx="64008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Python FastAPI Framework Introduction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2</cp:revision>
  <dcterms:created xsi:type="dcterms:W3CDTF">2026-06-30T07:34:00Z</dcterms:created>
  <dcterms:modified xsi:type="dcterms:W3CDTF">2026-06-30T07:36:01Z</dcterms:modified>
  <cp:category/>
</cp:coreProperties>
</file>